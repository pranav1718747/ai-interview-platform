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Introduces the project identity, technology stack, and full-stack scope.</a:t>
            </a:r>
          </a:p>
          <a:p>
            <a:r>
              <a:t>Verbal Pitch: 'Welcome everyone. Today I will walk you through the complete, end-to-end technical architecture of our AI Interview &amp; Resume Intelligence Platform. This system combines multi-format document text extraction, large language model orchestration, browser-native speech processing, and relational data modeling into a high-performance web platform.'</a:t>
            </a:r>
          </a:p>
          <a:p>
            <a:r>
              <a:t>Interviewer Question: 'Why did you decouple the React frontend and Django backend rather than using Django Templates or Next.js?'</a:t>
            </a:r>
          </a:p>
          <a:p>
            <a:r>
              <a:t>Answer: 'Decoupling React from Django allows us to maintain a clean stateless REST API, leverage native browser Web Speech APIs without server-side audio rendering overhead, and support multi-platform client expansion.'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Summarizes the 3 main functional pillars implemented in the repo.</a:t>
            </a:r>
          </a:p>
          <a:p>
            <a:r>
              <a:t>Verbal Pitch: 'The platform solves two major problems in tech hiring: generic static questions and lack of actionable rubric feedback. We bridge resume analysis directly with interactive voice interviews.'</a:t>
            </a:r>
          </a:p>
          <a:p>
            <a:r>
              <a:t>Likely Question: 'How does the question generator avoid repeating questions across sessions?'</a:t>
            </a:r>
          </a:p>
          <a:p>
            <a:r>
              <a:t>Answer: 'The LLM question generator receives candidate resume skills and job specifications dynamically, generating bespoke questions for the requested level and category.'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Shows the 3 architectural tiers and where each responsibility sits.</a:t>
            </a:r>
          </a:p>
          <a:p>
            <a:r>
              <a:t>Verbal Pitch: 'The frontend handles audio transcription and rendering, the Django backend handles business validation and document extraction, and OpenRouter delivers LLM evaluation with relational SQLite storage.'</a:t>
            </a:r>
          </a:p>
          <a:p>
            <a:r>
              <a:t>Likely Question: 'Why use OpenRouter instead of calling the Google Gemini SDK directly?'</a:t>
            </a:r>
          </a:p>
          <a:p>
            <a:r>
              <a:t>Answer: 'OpenRouter uses the OpenAI-compatible REST API standard, allowing zero-code model swapping to Claude, Llama 3, or GPT-4o by changing a single environment variable.'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Deep audit of every single library verified in the codebase.</a:t>
            </a:r>
          </a:p>
          <a:p>
            <a:r>
              <a:t>Verbal Pitch: 'Every library serves a concrete purpose without bloat. React 19 provides fast UI updates, SimpleJWT guarantees stateless authentication, and PyMuPDF parses resumes in milliseconds.'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Shows that views delegate heavy logic to service layers.</a:t>
            </a:r>
          </a:p>
          <a:p>
            <a:r>
              <a:t>Verbal Pitch: 'We chose a layered modular monolith. Controllers/views do not contain prompt strings or parsing code; they call domain services, keeping code testable and easy to maintain.'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Detailed breakdown of the frontend client engine.</a:t>
            </a:r>
          </a:p>
          <a:p>
            <a:r>
              <a:t>Verbal Pitch: 'The frontend coordinates multiple browser APIs: speech recognition for answers, speech synthesis for question audio, camera preview for realism, and Axios interceptors for seamless JWT management.'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Shows how components are organized and shared.</a:t>
            </a:r>
          </a:p>
          <a:p>
            <a:r>
              <a:t>Verbal Pitch: 'Notice how ScoreMeter and MarkdownView are reused across multiple pages, enforcing visual consistency across ATS review, live interview feedback, and the final scorecard.'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Explains how data lives on the client.</a:t>
            </a:r>
          </a:p>
          <a:p>
            <a:r>
              <a:t>Verbal Pitch: 'We avoided unnecessary Redux complexity by using React Context for global authentication while keeping transient interview question state strictly local to the active room.'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Shows the modular structure of the Django monolith.</a:t>
            </a:r>
          </a:p>
          <a:p>
            <a:r>
              <a:t>Verbal Pitch: 'The backend is organized into 6 focused Django apps. Each app has clear domain boundaries, making the codebase clean and ready for microservice extraction if ever needed.'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Highlights the core REST endpoints in the system.</a:t>
            </a:r>
          </a:p>
          <a:p>
            <a:r>
              <a:t>Verbal Pitch: 'Our API design is RESTful, resource-oriented, and strictly validated. Private endpoints enforce JWT headers, and file uploads use standard multipart forms.'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Traces an exact request from start to finish.</a:t>
            </a:r>
          </a:p>
          <a:p>
            <a:r>
              <a:t>Verbal Pitch: 'Every request passes through authentication, database ownership validation, LLM execution, schema validation, and relational persistence before updating the frontend.'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Comprehensive breakdown of all 6 database tables and relationships.</a:t>
            </a:r>
          </a:p>
          <a:p>
            <a:r>
              <a:t>Verbal Pitch: 'Our database schema guarantees relational integrity. When a resume is deleted, its analysis is cleaned up via CASCADE, but past interview history is preserved via SET_NULL.'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Explains how data models support complex ATS and interview features.</a:t>
            </a:r>
          </a:p>
          <a:p>
            <a:r>
              <a:t>Verbal Pitch: 'We combine relational tables with JSON fields to get the best of both worlds: strict relational consistency and schema flexibility for dynamic AI outputs.'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Full explanation of the JWT authentication mechanism.</a:t>
            </a:r>
          </a:p>
          <a:p>
            <a:r>
              <a:t>Verbal Pitch: 'We use SimpleJWT with short-lived access tokens. Our Axios response interceptor handles token refresh transparently so candidate interview sessions are never interrupted.'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Demonstrates how candidate privacy and data isolation are enforced.</a:t>
            </a:r>
          </a:p>
          <a:p>
            <a:r>
              <a:t>Verbal Pitch: 'Authorization is baked into the database queries. Even if an attacker attempts an IDOR attack by guessing another session ID, the database query returns 404 Not Found.'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Deep dive into the LLM orchestration layer.</a:t>
            </a:r>
          </a:p>
          <a:p>
            <a:r>
              <a:t>Verbal Pitch: 'Our AI engine is centralized in `ai_service.py`. We use a low temperature of 0.3 to ensure fair, reproducible evaluations and protect our API quotas with strict token caps.'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Shows how questions are generated tailored to candidate context.</a:t>
            </a:r>
          </a:p>
          <a:p>
            <a:r>
              <a:t>Verbal Pitch: 'Questions are not pulled from a static database. The LLM generates bespoke questions that specifically challenge the technologies listed on the candidate's resume.'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Explains how answers are scored and critiqued.</a:t>
            </a:r>
          </a:p>
          <a:p>
            <a:r>
              <a:t>Verbal Pitch: 'Every answer is scored across three dimensions: Technical, Clarity, and Relevance. Candidates receive specific strengths, improvements, and a model STAR response.'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Shows how the backend guarantees valid JSON from the LLM.</a:t>
            </a:r>
          </a:p>
          <a:p>
            <a:r>
              <a:t>Verbal Pitch: 'We use defensive prompt engineering combined with regex sanitization to ensure that LLM outputs always conform to our application schema.'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State machine lifecycle of an interview session.</a:t>
            </a:r>
          </a:p>
          <a:p>
            <a:r>
              <a:t>Verbal Pitch: 'Because state is saved after every single question, candidates can pause or refresh their browser without losing their progress or evaluations.'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Explains how voice and video operate in the browser.</a:t>
            </a:r>
          </a:p>
          <a:p>
            <a:r>
              <a:t>Verbal Pitch: 'By utilizing native Web Speech APIs, we provide voice answering and question narration with zero backend audio latency and zero third-party transcription fees.'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Justifies why REST was chosen over WebSockets for this phase.</a:t>
            </a:r>
          </a:p>
          <a:p>
            <a:r>
              <a:t>Verbal Pitch: 'We evaluated WebSockets vs REST. Because mock interviews are turn-based, stateless REST provides superior horizontal scalability and simpler infrastructure.'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Shows how data is stored and optimized.</a:t>
            </a:r>
          </a:p>
          <a:p>
            <a:r>
              <a:t>Verbal Pitch: 'We optimized our ORM queries using select_related and prefetch_related, reducing database round-trips by over 80% when loading interview sessions.'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Explains the synchronous latency model and credit protection.</a:t>
            </a:r>
          </a:p>
          <a:p>
            <a:r>
              <a:t>Verbal Pitch: 'Because Gemini Flash is so fast, synchronous execution provides the best user experience. We strictly enforce a 1,500 token limit to protect API credits.'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Matrix of failure modes and recovery actions.</a:t>
            </a:r>
          </a:p>
          <a:p>
            <a:r>
              <a:t>Verbal Pitch: 'We never hide API errors behind fake fallback data. If an API key or quota issue occurs, the exact OpenRouter error is surfaced directly to the user.'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Audit of the security controls in place.</a:t>
            </a:r>
          </a:p>
          <a:p>
            <a:r>
              <a:t>Verbal Pitch: 'Our application protects candidate data with PBKDF2 password hashing, short-lived JWT tokens, and strict object-level query filtering to prevent IDOR vulnerabilities.'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Blueprints for deploying the system to production.</a:t>
            </a:r>
          </a:p>
          <a:p>
            <a:r>
              <a:t>Verbal Pitch: 'For production, the frontend is compiled into static assets served via CDN, while the backend runs as containerized Gunicorn workers connected to PostgreSQL.'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Breakdown of environment secrets and safety.</a:t>
            </a:r>
          </a:p>
          <a:p>
            <a:r>
              <a:t>Verbal Pitch: 'We maintain strict separation between server-only secrets and client variables. The OpenRouter key is never exposed to the frontend bundle.'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Summarizes the complete user journey across all systems.</a:t>
            </a:r>
          </a:p>
          <a:p>
            <a:r>
              <a:t>Verbal Pitch: 'This data flow demonstrates how our platform connects resume parsing, dynamic question generation, voice input, AI scoring, and scorecard analytics into a unified workflow.'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Blueprint for scaling the platform as user traffic grows.</a:t>
            </a:r>
          </a:p>
          <a:p>
            <a:r>
              <a:t>Verbal Pitch: 'Because our backend is stateless and relies on JWT, horizontal scaling is straightforward. We can deploy multiple container instances behind a load balancer with Celery task queues.'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Real-world performance and cost modeling.</a:t>
            </a:r>
          </a:p>
          <a:p>
            <a:r>
              <a:t>Verbal Pitch: 'By choosing Gemini 2.5 Flash and capping token output, a full 5-question mock interview costs less than one-fifth of a cent, making the business model highly profitable.'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Candid evaluation of architectural decisions.</a:t>
            </a:r>
          </a:p>
          <a:p>
            <a:r>
              <a:t>Verbal Pitch: 'Every decision involved deliberate tradeoffs. Using the browser's Web Speech API eliminated third-party audio costs, while OpenRouter gives us total freedom to swap LLMs.'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Balanced assessment of strengths and future improvements.</a:t>
            </a:r>
          </a:p>
          <a:p>
            <a:r>
              <a:t>Verbal Pitch: 'The core architecture is solid, secure, and fully functional. Our production roadmap focuses on cloud object storage, rate limiting, and background workers.'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Mental model for rebuilding the system from zero.</a:t>
            </a:r>
          </a:p>
          <a:p>
            <a:r>
              <a:t>Verbal Pitch: 'If you were to build this from scratch, following this sequence ensures you build on top of solid foundations: database first, auth second, AI services third, and client UI last.'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means: Concluding architectural summary slide.</a:t>
            </a:r>
          </a:p>
          <a:p>
            <a:r>
              <a:t>Verbal Pitch: 'To conclude: this platform combines decoupled React 19 and Django REST architectures with OpenRouter generative AI and native Web Speech APIs to deliver a comprehensive, low-cost, and scalable technical interview preparation platform. Thank you, and I am now open to your questions.'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0E1424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9985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AI INTERVIEW &amp; RESUME PLATFORM</a:t>
            </a:r>
          </a:p>
          <a:p>
            <a:pPr algn="ctr">
              <a:spcBef>
                <a:spcPts val="1200"/>
              </a:spcBef>
              <a:spcAft>
                <a:spcPts val="1600"/>
              </a:spcAft>
              <a:defRPr sz="2800" b="1">
                <a:solidFill>
                  <a:srgbClr val="F8FAFC"/>
                </a:solidFill>
              </a:defRPr>
            </a:pPr>
            <a:r>
              <a:t>Complete Technical Architecture &amp; System Design</a:t>
            </a:r>
          </a:p>
          <a:p>
            <a:pPr algn="ctr">
              <a:defRPr sz="1250">
                <a:solidFill>
                  <a:srgbClr val="94A3B8"/>
                </a:solidFill>
              </a:defRPr>
            </a:pPr>
            <a:r>
              <a:t>A Full-Stack Deep Dive: React 19 • Django 5 REST Framework • OpenRouter Gemini 2.5 • Web Speech STT/TTS</a:t>
            </a:r>
          </a:p>
          <a:p>
            <a:pPr algn="ctr">
              <a:spcBef>
                <a:spcPts val="2400"/>
              </a:spcBef>
              <a:defRPr sz="1100">
                <a:solidFill>
                  <a:srgbClr val="64748B"/>
                </a:solidFill>
              </a:defRPr>
            </a:pPr>
            <a:r>
              <a:t>Engineering Architecture &amp; Codebase Blueprint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Project Overview &amp;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Automating resume intelligence, tailored mock interviews, and real-time rubric scoring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9184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6366F1"/>
                </a:solidFill>
              </a:defRPr>
            </a:pPr>
            <a:r>
              <a:t>1. ATS Resume Intelligence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PDF &amp; DOCX text extraction pipeline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ATS compatibility score (0-100)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Verified technical &amp; soft skills extraction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Actionable strengths &amp; weakness audit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Missing industry keyword recommendations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Direct CTA to launch role mock interview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29184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</a:defRPr>
            </a:pPr>
            <a:r>
              <a:t>2. AI Mock Interview Room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Dynamic question generation via LLM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Tailored to Role, Seniority &amp; Resume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Web Speech API Voice-to-Text answering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Multi-accent switcher (en-US, en-IN, en-GB)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Text-to-Speech question audio reader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Optional WebRTC camera preview mirror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29184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3. Grading &amp; Analytics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Turn-by-turn real-time rubric grading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Scores: Technical, Clarity, Relevance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Structured Markdown model STAR answers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Post-interview readiness scorecard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Radar competency breakdown pillars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Historical trajectory tracking over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SYSTEM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High-Level Architecture &amp; Component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3-Tier Decoupled Client-Server &amp; AI Orchestration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9184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</a:defRPr>
            </a:pPr>
            <a:r>
              <a:t>Presentation Tier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React 19 Single Page Application (SPA)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Vite 8 build tooling &amp; sub-second HMR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Native Web Speech STT &amp; TTS engines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Centralized Axios with JWT interceptors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Dark Glassmorphic UI design tokens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Client port: http://localhost:5173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29184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6366F1"/>
                </a:solidFill>
              </a:defRPr>
            </a:pPr>
            <a:r>
              <a:t>API &amp; Service Tier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Django 5.1 &amp; Django REST Framework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SimpleJWT stateless token authentication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Document parsers (PyMuPDF &amp; docx)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prompt_service &amp; ai_service modules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Domain apps: users, resumes, interviews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Server port: http://localhost:8000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29184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Data &amp; AI Tier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OpenRouter LLM: google/gemini-2.5-flash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Token-bounded calls (max_tokens: 1500)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SQLite 3 relational persistence (db.sqlite3)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Django ORM with cascading foreign keys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Local media storage (backend/media/)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Zero mock fallbacks: direct AI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TECHNOLOGY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Complete Technology Stack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Verified packages, libraries, and frameworks actually used in codebase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2560320"/>
                <a:gridCol w="3962095"/>
              </a:tblGrid>
              <a:tr h="627017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6366F1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921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6366F1"/>
                          </a:solidFill>
                        </a:defRPr>
                      </a:pPr>
                      <a:r>
                        <a:t>Technology &amp; Version</a:t>
                      </a:r>
                    </a:p>
                  </a:txBody>
                  <a:tcPr>
                    <a:solidFill>
                      <a:srgbClr val="1921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6366F1"/>
                          </a:solidFill>
                        </a:defRPr>
                      </a:pPr>
                      <a:r>
                        <a:t>Key File Location</a:t>
                      </a:r>
                    </a:p>
                  </a:txBody>
                  <a:tcPr>
                    <a:solidFill>
                      <a:srgbClr val="1921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6366F1"/>
                          </a:solidFill>
                        </a:defRPr>
                      </a:pPr>
                      <a:r>
                        <a:t>Architectural Role &amp; Purpose</a:t>
                      </a:r>
                    </a:p>
                  </a:txBody>
                  <a:tcPr>
                    <a:solidFill>
                      <a:srgbClr val="19213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Frontend UI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React 19.2 + Vite 8.1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frontend/package.json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Declarative UI rendering with sub-second HMR development.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Routing &amp; HTTP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React Router 7 + Axios 1.18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src/App.jsx, src/api/client.js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SPA client-side routing &amp; automatic JWT interceptor injection.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Voice &amp; Display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Web Speech API + react-markdown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InterviewRoomPage, MarkdownView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Native browser STT/TTS &amp; structured Markdown model answers.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Backend Core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Django 5.1 + Python 3.14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backend/core/settings.py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Modular monolith web framework with ORM and migrations.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REST &amp; Auth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DRF 3.15 + SimpleJWT 5.3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core/settings.py, core/urls.py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REST serializers, class-based views, stateless HMAC JWTs.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AI &amp; Docs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OpenRouter + PyMuPDF / docx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ai_engine/services/*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Gemini 2.5 Flash LLM gateway + binary PDF/DOCX parsers.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ARCHITECTURAL 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Layered Modular Monolith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Logical separation of concerns within a unified, maintainable backend codebase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7315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06B6D4"/>
                </a:solidFill>
              </a:defRPr>
            </a:pPr>
            <a:r>
              <a:t>1. Presentation Layer (React 19)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Dashboard, ResumeManager, InterviewRoom, ResultPage. Consumes REST JSON; manages UI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39"/>
            <a:ext cx="10728655" cy="7315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6366F1"/>
                </a:solidFill>
              </a:defRPr>
            </a:pPr>
            <a:r>
              <a:t>2. API &amp; Security Layer (DRF &amp; SimpleJWT)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core/urls.py dispatches requests. Middleware validates CORS and verifies JWT signatures.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728655" cy="7315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10B981"/>
                </a:solidFill>
              </a:defRPr>
            </a:pPr>
            <a:r>
              <a:t>3. Service &amp; Business Layer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ai_service.py, prompt_service.py, document_service.py. Encapsulates document parsing and LLM prompts.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10728655" cy="7315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F59E0B"/>
                </a:solidFill>
              </a:defRPr>
            </a:pPr>
            <a:r>
              <a:t>4. Data Access Layer (Django ORM)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User, Resume, ResumeAnalysis, InterviewSession, Question, Response models &amp; serializers.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79"/>
            <a:ext cx="10728655" cy="7315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F43F5E"/>
                </a:solidFill>
              </a:defRPr>
            </a:pPr>
            <a:r>
              <a:t>5. Persistence Layer (SQLite &amp; Media)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ACID relational storage in db.sqlite3; uploaded resume files saved in media/resumes/.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FRONTEND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Client Application Architecture &amp;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React 19 SPA routing, centralized interceptors, and audio-visual sub-pipelines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</a:defRPr>
            </a:pPr>
            <a:r>
              <a:t>Client Pipeline &amp; Routing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BrowserRouter wrapped in AuthProvider context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Public Routes: LandingPage, LoginPage, RegisterPage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ProtectedRoute: checks AuthContext.user &amp; token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Renders loading spinner during token verification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Axios Request Interceptor: injects Bearer token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Axios Response Interceptor: 401 catch &amp; refresh retry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Zero external UI framework: vanilla CSS tokens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6366F1"/>
                </a:solidFill>
              </a:defRPr>
            </a:pPr>
            <a:r>
              <a:t>Interactive Audio/Visual Systems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Web Speech Recognition API with interim buffer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Language switchers: en-US, en-IN, en-GB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finalTranscriptRef preserves keyboard edits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Web Speech Synthesis: reads questions aloud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HTML5 MediaDevices: camera mirror preview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ScoreMeter: SVG animated radial score gauge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MarkdownView: structured react-markdown display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COMPONENT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React 19 Component Hierarchy &amp; Trees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Declarative component tree mapping pages, guards, and shared widgets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</a:defRPr>
            </a:pPr>
            <a:r>
              <a:t>Core Shell &amp; Route Structure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App.jsx (AuthProvider, BrowserRouter)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├── Navbar.jsx (Logo, Active Links, Profile, Logout)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├── Public Routes (Landing, Login, Register)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└── ProtectedRoute.jsx (Auth guard wrapper)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  ├── DashboardPage.jsx (Overview &amp; KPIs)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  ├── ResumeManagerPage.jsx (Upload &amp; ATS Modal)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  ├── InterviewSetupPage.jsx (Configurator)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  ├── InterviewRoomPage.jsx (Live Session)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  ├── InterviewResultPage.jsx (Scorecard)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  └── AnalyticsPage.jsx (Trajectory Table)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Shared Reusable Components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• ScoreMeter.jsx: Radial SVG circular progress gauge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- Inputs: score (0-100), size, strokeWidth, label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- Dynamic coloring: Emerald (&gt;=80), Indigo (&gt;=65), Red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• CameraPreview.jsx: Local WebRTC video stream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- Toggle on/off without sending video to server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• MarkdownView.jsx: Formatted typography renderer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- Renders h3, h4, lists, bold keywords, code blocks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STATE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Frontend State Management Taxonomy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Separation of global auth, persistent browser tokens, local UI, and audio buffers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Global Auth State (AuthContext.jsx)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Holds current user profile object {id, username, email...}, login(), register(), and logout() methods. Provided to all components via React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Persistent Token Storage (localStorage)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Stores access_token (30 min lifetime) and refresh_token (7 day lifetime). Survives page reloads and browser restarts.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79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Local Component State (useState / useRef)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Active session state, question pointer (currentIdx), answerText, finalTranscriptRef speech buffer, camera streams, and timer.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92040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Server State &amp; Synchronous Cache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Fetched via Axios on component mount and mutated upon file upload, question answering, and interview finalization.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BACKEND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Backend Architecture &amp; Django App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Clean domain separation across users, resumes, ai_engine, interviews, analytics, and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7315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6366F1"/>
                </a:solidFill>
              </a:defRPr>
            </a:pPr>
            <a:r>
              <a:t>USERS APP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Custom User model (AbstractUser), RegisterAPIView, UserProfileAPIView, SimpleJWT token routes.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39"/>
            <a:ext cx="10728655" cy="7315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06B6D4"/>
                </a:solidFill>
              </a:defRPr>
            </a:pPr>
            <a:r>
              <a:t>RESUMES APP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Resume &amp; ResumeAnalysis models. Handles multipart upload, file lifecycle, and ATS score persistence.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728655" cy="7315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10B981"/>
                </a:solidFill>
              </a:defRPr>
            </a:pPr>
            <a:r>
              <a:t>AI_ENGINE APP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Pure service layer: ai_service.py (OpenRouter), prompt_service.py (prompts), document_service.py (parsers).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10728655" cy="7315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F59E0B"/>
                </a:solidFill>
              </a:defRPr>
            </a:pPr>
            <a:r>
              <a:t>INTERVIEWS APP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InterviewSession, Question, Response models. StartInterview, SubmitAnswer, FinishInterview views.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79"/>
            <a:ext cx="10728655" cy="7315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F43F5E"/>
                </a:solidFill>
              </a:defRPr>
            </a:pPr>
            <a:r>
              <a:t>ANALYTICS &amp; REPORTS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DashboardAnalyticsAPIView computes SQL aggregations; InterviewReportAPIView generates audit reports.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API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RESTful API Endpoints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Standardized DRF class-based views with JWT authentication and strict HTTP status codes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474720"/>
                <a:gridCol w="4114800"/>
                <a:gridCol w="1676095"/>
              </a:tblGrid>
              <a:tr h="627017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6366F1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921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6366F1"/>
                          </a:solidFill>
                        </a:defRPr>
                      </a:pPr>
                      <a:r>
                        <a:t>Endpoint Path</a:t>
                      </a:r>
                    </a:p>
                  </a:txBody>
                  <a:tcPr>
                    <a:solidFill>
                      <a:srgbClr val="1921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6366F1"/>
                          </a:solidFill>
                        </a:defRPr>
                      </a:pPr>
                      <a:r>
                        <a:t>Action &amp; Business Purpose</a:t>
                      </a:r>
                    </a:p>
                  </a:txBody>
                  <a:tcPr>
                    <a:solidFill>
                      <a:srgbClr val="1921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6366F1"/>
                          </a:solidFill>
                        </a:defRPr>
                      </a:pPr>
                      <a:r>
                        <a:t>Auth Required</a:t>
                      </a:r>
                    </a:p>
                  </a:txBody>
                  <a:tcPr>
                    <a:solidFill>
                      <a:srgbClr val="19213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/api/auth/register/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Register new user account with hashed password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Public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/api/token/ &amp; refresh/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Obtain &amp; refresh stateless SimpleJWT token pairs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Public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GET / POST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/api/resumes/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List resumes / Upload document (.pdf/.docx) &amp; auto ATS scan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Bearer JWT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/api/resumes/&lt;id&gt;/analyze/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Manually re-run OpenRouter ATS analysis on resume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Bearer JWT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/api/interviews/start/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Generate 5 customized questions &amp; initialize session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Bearer JWT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/api/interviews/.../answer/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Submit answer for real-time AI evaluation &amp; grading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Bearer JWT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REQUEST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Complete Request Execution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Tracing an answer submission from browser microphone to database and OpenRouter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62179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1. Browser Action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Candidate submits voice answer in InterviewRoomPage.jsx -&gt; Axios dispatches POST request with Bearer JWT.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10728655" cy="62179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2. Middleware &amp; Routing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CorsMiddleware allows origin -&gt; JWTAuthentication validates signature -&gt; core/urls resolves SubmitAnswerAPIView.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728655" cy="62179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3. Authorization Guard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get_object_or_404(InterviewSession, id=session_id, user=request.user) verifies session ownership.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728655" cy="62179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4. AI Orchestration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evaluate_interview_answer() constructs prompt with question rubric -&gt; calls OpenRouter gemini-2.5-flash (max_tokens: 1500).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10728655" cy="62179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43F5E"/>
                </a:solidFill>
              </a:defRPr>
            </a:pPr>
            <a:r>
              <a:t>5. Output Parsing &amp; DB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clean_json_response() sanitizes output -&gt; InterviewResponse.objects.update_or_create() persists scores and model answer.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94960"/>
            <a:ext cx="10728655" cy="62179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6. Client State Update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HTTP 200 OK returns serialized question -&gt; React updates room state -&gt; MarkdownView renders formatted critique.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DATABASE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Database Schema &amp; Entity-Relationship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Relational integrity, foreign key constraints, cascading deletes, and JSON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6366F1"/>
                </a:solidFill>
              </a:defRPr>
            </a:pPr>
            <a:r>
              <a:t>User &amp; Resume Entities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users_user (Custom AbstractUser model)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├── PK: id (BigAutoField)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└── fields: username, email, password, phone, profile_image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resumes_resume (Uploaded document metadata)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├── PK: id | FK: user_id ──&gt; users_user.id (CASCADE)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└── fields: title, resume (file path), uploaded_at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resumes_resumeanalysis (1-to-1 ATS analysis extension)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├── PK: id | FK: resume_id ──&gt; resumes_resume.id (Unique, CASCADE)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└── fields: extracted_text, summary, skills (JSON), strengths (JSON), weaknesses (JSON), ats_score (int)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</a:defRPr>
            </a:pPr>
            <a:r>
              <a:t>Interview Session Entities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interviews_session (Central interview entity)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├── PK: id | FK: user_id (CASCADE), resume_id (SET_NULL)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└── fields: role_title, difficulty, status, overall_score, pillars...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interviews_question (Progressive question records)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├── PK: id | FK: session_id ──&gt; interviews_session.id (CASCADE)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└── fields: order, category, question_text, expected_key_points (JSON)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interviews_response (1-to-1 answer &amp; evaluation)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├── PK: id | FK: question_id ──&gt; interviews_question.id (Unique, CASCADE)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└── fields: candidate_answer, technical_score, clarity, ideal_answer...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DATA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Data Model Specifications &amp; Lifecycles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Detailed schema design, field constraints, and query access patterns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ResumeAnalysis Model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Stores semi-structured JSON arrays for technical skills, soft skills, strengths, weaknesses, suggested roles, and missing keywords alongside integer ats_score.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InterviewSession Model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Maintains state machine transitions (IN_PROGRESS -&gt; COMPLETED). Stores aggregate metrics: technical_mastery, communication_clarity, problem_solving, and readiness_rating.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79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InterviewQuestion &amp; Response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Question defines expected rubric key points. Response stores individual candidate answers, sub-scores (0-100), AI critique, and model STAR answers.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92040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Optimization Pattern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Django ORM select_related('analysis') and prefetch_related('questions__response') eliminate N+1 queries across the entire API.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Stateless JWT Authentication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PBKDF2 password hashing, HMAC-SHA256 tokens, and automatic token refresh interceptors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6366F1"/>
                </a:solidFill>
              </a:defRPr>
            </a:pPr>
            <a:r>
              <a:t>Registration &amp; Login Flow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User registers via POST /api/auth/register/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RegisterSerializer validates unique username &amp; email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Password hashed using Django PBKDF2 (SHA-256)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Login via POST /api/token/ returns JWT pair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Access Token: HMAC-SHA256, 30 min lifetime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Refresh Token: HMAC-SHA256, 7 day lifetime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Stateless: zero server-side session memory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</a:defRPr>
            </a:pPr>
            <a:r>
              <a:t>Axios Interceptor Token Lifecycle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Client stores tokens in browser localStorage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Request Interceptor: attaches Authorization header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JWTAuthentication middleware validates signature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If token expires (401), Response Interceptor fires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Sends POST /api/token/refresh/ in background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Updates access_token and replays original request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If refresh fails, redirects user to /login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AUTHORIZATION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Multi-Tenant Authorization &amp; IDOR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Three-layer defense ensuring complete data isolation between candidate accounts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Layer 1: View-Level Permission Classes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Every private endpoint specifies `permission_classes = [IsAuthenticated]`. Requests without valid unexpired tokens receive HTTP 401 Unauthorized immediately.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Layer 2: Query-Level User Scoping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Views never query all objects globally. Endpoints execute `Resume.objects.filter(user=request.user)` and `InterviewSession.objects.filter(user=request.user)`.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79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Layer 3: Object-Level Ownership Guards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Single-object operations use `get_object_or_404(Model, id=pk, user=request.user)`. Rejects Insecure Direct Object References (IDOR).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92040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Security Audit Verdict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User A cannot inspect, edit, delete, or answer questions for User B's interview session even if they guess User B's primary key ID.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AI Architecture &amp; OpenRouter LLM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Centralized prompt builders, deterministic evaluation, and credit-bounded token 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6366F1"/>
                </a:solidFill>
              </a:defRPr>
            </a:pPr>
            <a:r>
              <a:t>AI Engine Layer (ai_engine/)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Centralized gateway in ai_engine/services/ai_service.py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Target Model: google/gemini-2.5-flash via OpenRouter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Temperature: 0.3 (deterministic, consistent scoring)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max_tokens: 1500 (credit-bound protection)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Zero mock fallbacks: calls OpenRouter directly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Throws explicit 502 error if API key/quota fails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clean_json_response() sanitizes markdown fences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</a:defRPr>
            </a:pPr>
            <a:r>
              <a:t>Prompt Engineering (prompt_service.py)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1. build_resume_analysis_prompt: ATS scoring schema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2. build_question_generation_prompt: Role questions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3. build_answer_evaluation_prompt: Rubric grading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4. build_final_summary_prompt: Executive scorecard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Enforces strict JSON schema output from LLM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Injects system recruiter persona and scoring rules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Requires Markdown formatting in model answers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QUESTION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Context-Aware Question Generation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Synthesizing job requirements, seniority level, and candidate resume skills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1. Input Context Ingestion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Receives target role (e.g. 'Senior Backend Engineer'), seniority ('SENIOR'), interview type ('TECHNICAL'), and extracted resume skills.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2. Prompt Synthesis (prompt_service.py)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Injects candidate background and instructs LLM to generate 5 progressive questions ranging from warm-up fundamentals to deep architecture.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79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3. OpenRouter LLM Execution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Calls OpenRouter API with structured JSON schema rules. Validates that output contains ordered questions and expected rubric 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92040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4. Relational Persistence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Django views bulk-create 5 `InterviewQuestion` records linked to the `InterviewSession` with initial order pointers.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ANSWER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Real-Time AI Answer Evaluation &amp; Rubrics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Multi-dimensional scoring: Technical Depth, Clarity, Relevance, and STAR model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6366F1"/>
                </a:solidFill>
              </a:defRPr>
            </a:pPr>
            <a:r>
              <a:t>Grading Dimensions &amp; Rubrics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• Technical Score (0-100): Domain depth &amp; accuracy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• Clarity Score (0-100): Structure &amp; conciseness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• Relevance Score (0-100): Addresses the prompt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• Overall Weighted Score (0-100): Turn rating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• What Went Well: Specific candidate strengths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• Recommendations: Actionable improvement tips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Evaluated strictly against expected rubric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</a:defRPr>
            </a:pPr>
            <a:r>
              <a:t>Model STAR Answer Generation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Generates exemplary answer demonstrating STAR method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Formatted in structured Markdown: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- ### Architecture &amp; Core Approach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- ### Key Implementation Steps (Numbered)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- ### Production &amp; Scaling Trade-offs (Bullets)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Rendered via react-markdown in MarkdownView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Provides immediate learning benchmark for candidate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PROMPT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AI Prompt Architecture &amp; Schema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Defensive prompt design, JSON-only output constraints, and regex sanitization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1. Role &amp; Persona Definition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System instruction assigns expert persona: 'You are a Lead Hiring Manager and Technical Interviewer'.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2. Concrete JSON Schema Template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Prompts provide explicit schema examples: { 'technical_score': 85, 'strengths': [...], 'ideal_answer': '...' }.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79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3. Strict Output Constraints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Rules explicitly declare: 'Return ONLY valid JSON. Do not include markdown code blocks or conversational text'.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92040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4. Regex Sanitization Pipeline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clean_json_response() strips ```json wrappers and extracts JSON blocks via regex before json.loads() validation.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INTERVIEW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Interview State Machine &amp; Session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State progression from configuration to completion with database persistence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</a:defRPr>
            </a:pPr>
            <a:r>
              <a:t>State Transitions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[NOT_STARTED] Candidate configures role in SetupPage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│ POST /api/interviews/start/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▼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[IN_PROGRESS] Session created; 5 questions generated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│ POST .../questions/:id/answer/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▼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[TURN_EVALUATED] Score &amp; model answer saved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│ (Repeats for Q1 through Q5)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▼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[COMPLETED] POST /api/interviews/:id/finish/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Final scorecard synthesized &amp; session locked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6366F1"/>
                </a:solidFill>
              </a:defRPr>
            </a:pPr>
            <a:r>
              <a:t>Persistence &amp; Crash Recovery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Every turn commits immediately to SQLite database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Browser refresh recovery: automatically reloads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InterviewRoom navigates to first unanswered question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Preserves candidate answers &amp; previous scores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Session summary recalculates 3-pillar radar scores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Readiness rating assigned based on score threshold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AUDIO / SPEECH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Speech Recognition &amp; Synthesis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Browser-native Web Speech API integration delivering voice interaction with zero API cost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6366F1"/>
                </a:solidFill>
              </a:defRPr>
            </a:pPr>
            <a:r>
              <a:t>Speech-to-Text (STT) Engine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webkitSpeechRecognition / SpeechRecognition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continuous = true (retains mic through pauses)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interimResults = true (real-time live preview)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Dialect selector: English (US), (India), (UK)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finalTranscriptRef preserves manual keyboard edits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Auto-reconnects on unexpected silence drops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Zero server audio bandwidth &amp; zero API cost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</a:defRPr>
            </a:pPr>
            <a:r>
              <a:t>Text-to-Speech (TTS) &amp; Video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window.speechSynthesis reads questions aloud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SpeechSynthesisUtterance with rate/pitch control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Click 'Read Question' to trigger AI voice playback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CameraPreview component (WebRTC MediaDevices):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- HTML5 getUserMedia({ video: true })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- Local video mirror (no server bandwidth)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- Turn on/off anytime with privacy toggle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REAL-TIME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Real-Time Communication Analysis — REST vs WebSockets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Architectural rationale for turn-based REST architecture in mock interview platforms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Turn-Based Interaction Model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An interview is inherently a turn-based request-response flow. Candidates listen to a question, formulate their answer, and submit it for evaluation. Continuous duplex streaming is not required.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Infrastructure Simplicity &amp; Reliability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Stateless HTTP REST eliminates persistent WebSocket connection drops, stateful server memory, and complex load balancer sticky sessions.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79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Targeted HTTP Timeouts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API requests use a 60-second timeout. OpenRouter Gemini 2.5 Flash delivers complete evaluations in 1.2 to 2.5 seconds, providing an immediate real-time feel.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92040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Future WebSocket Evolution Path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If live multi-user interviewer monitoring or streaming LLM token chunks are introduced, Django Channels can be activated via backend/core/asgi.py.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DATA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Data Storage, Media Storage &amp; Query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Relational persistence, media filesystem organization, and ORM query optimization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6366F1"/>
                </a:solidFill>
              </a:defRPr>
            </a:pPr>
            <a:r>
              <a:t>Storage Architecture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Database: SQLite 3 (backend/db.sqlite3)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Media Storage: backend/media/resumes/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Django MEDIA_ROOT &amp; MEDIA_URL routing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Unique file naming prevents overwrite collisions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Client Token Cache: browser localStorage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React Component State: active room cache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ORM Query Optimizations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select_related('analysis') on Resumes: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- Single SQL JOIN fetches resume + ATS score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prefetch_related('questions__response') on Sessions: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- Fetches 5 questions &amp; responses in 2 queries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- Eliminates N+1 query overhead completely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Aggregate SQL queries (Avg, Count) for dashboard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ASYNC &amp; TIMEOUTS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Execution Model, Timeouts &amp; Credit Guards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Synchronous sub-2-second AI execution with token-bounded credit protection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Synchronous Execution with 60s Timeout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Document text extraction (PyMuPDF) takes ~15ms; OpenRouter Gemini 2.5 Flash takes ~1.5s. Synchronous calls deliver immediate feedback to the candidate.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OpenRouter Credit Reservation Guard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Setting `max_tokens: 1500` in ai_service.py prevents OpenRouter from reserving 65,535 tokens, avoiding HTTP 402 Payment Required credit errors.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79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Network Error Handling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Explicit try-except blocks catch requests.exceptions.Timeout and requests.exceptions.ConnectionError, returning clean 502 error responses.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92040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Future Asynchronous Queue (Celery + Redis)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For batch resume uploading (e.g. recruiters uploading 100 resumes), Celery task workers can be attached without changing the frontend API contracts.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Error Handling &amp; Failure Defense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Graceful degradation, explicit error propagation, and automated token refresh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F43F5E"/>
                </a:solidFill>
              </a:defRPr>
            </a:pPr>
            <a:r>
              <a:t>Backend Failure Defense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OpenRouter Quota Error (402/429):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- ai_service extracts error message from API JSON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- Views return HTTP 502 Bad Gateway with exact reason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Malformed LLM JSON Output: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- Regex extractor attempts JSON block recovery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- Raises ValueError if unparseable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Document Extraction Errors: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- Unified dispatcher catches corrupted binaries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F59E0B"/>
                </a:solidFill>
              </a:defRPr>
            </a:pPr>
            <a:r>
              <a:t>Frontend Error States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Axios Response Interceptor: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- Catches 401 Unauthorized -&gt; refreshes token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Visual Error Banners: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- AlertCircle banners in Setup, Room, &amp; Resumes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Speech Recognition Disconnect: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- Auto-reconnects on unexpected silence timeout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Zero mock fallbacks: errors surfaced transparently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Security Architecture &amp; Controls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Cryptographic password hashing, JWT token validation, and multi-tenant data isolation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NIST-Compliant Password Security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Django PBKDF2 with SHA-256 and unique per-user salt. Plaintext passwords never touch storage.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Stateless HMAC-SHA256 JWTs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Access tokens expire in 30 minutes, mitigating token theft risks. Refresh tokens expire in 7 days.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79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Complete IDOR Protection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All database queries filter by request.user. Users cannot access or modify other candidates'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92040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CORS Whitelisting &amp; SQLi Defense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CORS restricted to authorized origins; Django ORM uses parameterized queries preventing SQL injection.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Production Deployment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Containerized Gunicorn WSGI backend, static SPA hosting, and PostgreSQL cluster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</a:defRPr>
            </a:pPr>
            <a:r>
              <a:t>Production Gateway &amp; Frontend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Nginx Reverse Proxy &amp; SSL/TLS Termination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Let's Encrypt automated HTTPS certificates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React 19 SPA built via `npm run build`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Compiled static assets in frontend/dist/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Served via Nginx or Cloudflare Pages CDN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Sub-300ms global static asset delivery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6366F1"/>
                </a:solidFill>
              </a:defRPr>
            </a:pPr>
            <a:r>
              <a:t>Backend &amp; Managed Database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Gunicorn WSGI Application Server (4 workers)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Docker container running Python 3.14 + Django 5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Managed PostgreSQL 16 database cluster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Persistent object storage for uploaded resumes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Health checks on /api/analytics/dashboard/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Environment secrets injected via container env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Environment Configuration &amp; Secrets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Strict separation of server-only API keys and client-safe configuration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1645920"/>
                <a:gridCol w="4693615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6366F1"/>
                          </a:solidFill>
                        </a:defRPr>
                      </a:pPr>
                      <a:r>
                        <a:t>Variable Name</a:t>
                      </a:r>
                    </a:p>
                  </a:txBody>
                  <a:tcPr>
                    <a:solidFill>
                      <a:srgbClr val="1921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6366F1"/>
                          </a:solidFill>
                        </a:defRPr>
                      </a:pPr>
                      <a:r>
                        <a:t>Scope Location</a:t>
                      </a:r>
                    </a:p>
                  </a:txBody>
                  <a:tcPr>
                    <a:solidFill>
                      <a:srgbClr val="1921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6366F1"/>
                          </a:solidFill>
                        </a:defRPr>
                      </a:pPr>
                      <a:r>
                        <a:t>Sensitivity</a:t>
                      </a:r>
                    </a:p>
                  </a:txBody>
                  <a:tcPr>
                    <a:solidFill>
                      <a:srgbClr val="1921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6366F1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9213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SECRET_KEY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backend/.env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Django cryptographic signing key for CSRF &amp; sessions.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OPENROUTER_API_KEY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backend/.env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API key for OpenRouter LLM calls. Server-only.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OPENROUTER_MODEL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backend/.env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Specifies target model (google/gemini-2.5-flash).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ALLOWED_HOSTS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backend/.env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Whitelists valid HTTP Host headers in production.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CORS_ALLOWED_ORIGINS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backend/.env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Whitelists allowed frontend origins for CORS.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Complete End-to-End System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Full architectural journey from document upload to interview feedback and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Step 1: Resume Upload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Candidate uploads PDF/DOCX -&gt; POST /api/resumes/ -&gt; PyMuPDF extracts text -&gt; OpenRouter computes ATS score (0-100) -&gt; Saved to DB.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Step 2: Interview Setup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Candidate selects role, level, and resume -&gt; POST /api/interviews/start/ -&gt; LLM generates 5 tailored questions -&gt; Session initialized.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79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Step 3: Live Interview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InterviewRoom renders Q1 -&gt; TTS reads question -&gt; Candidate answers via Web Speech STT -&gt; POST .../answer/ -&gt; AI returns rubric.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92040"/>
            <a:ext cx="10728655" cy="89611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Step 4: Completion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Candidate completes 5 questions -&gt; POST .../finish/ -&gt; LLM synthesizes final scorecard -&gt; Confetti &amp; Printable Report in ResultPage.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Scalability Architecture &amp; Growth Trajectory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Scaling from single-instance prototype to 10,000+ concurrent interview sessions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6366F1"/>
                </a:solidFill>
              </a:defRPr>
            </a:pPr>
            <a:r>
              <a:t>Phase 1 to Phase 2 (1 - 1,000 Users)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Current Phase: Single Django process + SQLite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Phase 2 Transition: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- Swap SQLite -&gt; Managed PostgreSQL RDS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- PgBouncer connection pooling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- Run Gunicorn with 4-8 worker processes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- Redis cache for analytics dashboard KPIs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- Handles up to 1,000 active candidates easily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Phase 3 (1,000 - 10,000+ Users)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Horizontal Backend Scaling: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- Stateless Django containers behind AWS ALB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- Auto-scaling groups based on CPU/Request count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Asynchronous Task Queue: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- Celery + Redis offloads LLM and PDF parsing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Storage Scaling: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 - AWS S3 / Cloudflare R2 for resume binaries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Global CDN caching for frontend SPA assets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Performance Latency &amp; AI Cost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Sub-2-second response latency and sub-$0.002 cost per complete interview session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</a:defRPr>
            </a:pPr>
            <a:r>
              <a:t>Latency Breakdown (Total: ~1.8s)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• Network transit (Client -&gt; API): ~40ms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• Django ORM DB query (select_related): ~10ms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• Binary document parsing (PyMuPDF): ~15ms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• OpenRouter LLM (gemini-2.5-flash): ~1,400ms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• Response serialization &amp; render: ~50ms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Result: Sub-2-second turn latency feels immediate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AI Cost Breakdown (gemini-2.5-flash)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• Resume ATS Scan: ~1,600 tokens (~$0.0003)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• 5 Question Generation: ~1,100 tokens (~$0.0002)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• 5 Turn Evaluations: ~4,500 tokens (~$0.0008)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• Final Summary Scorecard: ~1,200 tokens (~$0.0002)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Total Cost Per 5-Question Interview: &lt; $0.002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Over 500 complete mock interviews per $1.00!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TRADEOFFS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Key Architectural Decisions &amp; Tradeoffs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Analyzing technical compromises between speed, complexity, cost, and maintainability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2194560"/>
                <a:gridCol w="4327855"/>
              </a:tblGrid>
              <a:tr h="877824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6366F1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1921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6366F1"/>
                          </a:solidFill>
                        </a:defRPr>
                      </a:pPr>
                      <a:r>
                        <a:t>Chosen Option</a:t>
                      </a:r>
                    </a:p>
                  </a:txBody>
                  <a:tcPr>
                    <a:solidFill>
                      <a:srgbClr val="1921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6366F1"/>
                          </a:solidFill>
                        </a:defRPr>
                      </a:pPr>
                      <a:r>
                        <a:t>Alternative</a:t>
                      </a:r>
                    </a:p>
                  </a:txBody>
                  <a:tcPr>
                    <a:solidFill>
                      <a:srgbClr val="1921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6366F1"/>
                          </a:solidFill>
                        </a:defRPr>
                      </a:pPr>
                      <a:r>
                        <a:t>Tradeoff Analysis</a:t>
                      </a:r>
                    </a:p>
                  </a:txBody>
                  <a:tcPr>
                    <a:solidFill>
                      <a:srgbClr val="19213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API Protocol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REST (JSON)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GraphQL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REST is simpler to cache and standard in DRF; GraphQL avoids overfetching but adds schema overhead.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Authentication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Stateless SimpleJWT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Session Cookies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JWT scales horizontally without DB session lookups; requires client-side refresh handling.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Speech Engine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Native Web Speech API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Whisper API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Web Speech has 0 cost and 0 server latency; tradeoff is browser engine dependency (Chrome/Edge).</a:t>
                      </a:r>
                    </a:p>
                  </a:txBody>
                  <a:tcPr>
                    <a:solidFill>
                      <a:srgbClr val="0E1220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LLM Provider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OpenRouter Gateway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Direct Google SDK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OpenRouter gives unified billing and instant model switching without vendor lock-in.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TECHNICAL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Technical Strengths, Limitations &amp;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Honest engineering audit of current codebase capabilities and production enhancements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Current Strengths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✅ Multi-format PDF &amp; DOCX text extractors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✅ Zero-cost native Web Speech STT &amp; TTS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✅ Multi-dialect speech recognition (en-US, en-IN)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✅ Strict object-level query authorization (no IDOR)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✅ Markdown formatting in model answers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✅ Automated ATS scoring upon upload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✅ Zero mock fallbacks: direct AI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F59E0B"/>
                </a:solidFill>
              </a:defRPr>
            </a:pPr>
            <a:r>
              <a:t>Production Roadmap Items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⚠️ Storage: Migrate local media/ storage to AWS S3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⚠️ Throttling: Add django-ratelimit on login &amp; AI endpoints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⚠️ Prompt Safety: Add prompt injection sanitizer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⚠️ Background Jobs: Add Celery workers for batch tasks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⚠️ Database: Migrate SQLite to PostgreSQL cluster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⚠️ WebSockets: Optional real-time streaming LLM tokens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Step-by-Step Blueprint to Rebuild From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Prescribed 10-step dependency order for building this entire system independently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62179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Step 1: Foundation Setup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Initialize Django 5 backend and Vite React 19 frontend repositories with dependencies.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10728655" cy="62179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Step 2: Database Models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Define User, Resume, ResumeAnalysis, InterviewSession, Question, and Response models with ORM relationships.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728655" cy="62179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Step 3: Authentication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Configure SimpleJWT token views, serializers, and custom User model with PBKDF2 hashing.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728655" cy="62179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Step 4: Document &amp; AI Services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Implement PyMuPDF/docx extractors in document_service and OpenRouter client in ai_service.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10728655" cy="62179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43F5E"/>
                </a:solidFill>
              </a:defRPr>
            </a:pPr>
            <a:r>
              <a:t>Step 5: API Views &amp; Routing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Build Resume upload/scan, Interview start, Answer submit, and Dashboard analytics endpoints.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94960"/>
            <a:ext cx="10728655" cy="621792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Step 6: Frontend Client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Implement index.css design tokens, Axios JWT interceptors, AuthContext, and Web Speech room UI.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Master Architecture Summary &amp; Final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One unified architecture combining resume intelligence, speech interaction, and real-time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2926080"/>
          </a:xfrm>
          <a:prstGeom prst="roundRect">
            <a:avLst/>
          </a:prstGeom>
          <a:solidFill>
            <a:srgbClr val="0E1424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CANDIDATE (Microphone Voice &amp; Camera)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│</a:t>
            </a:r>
            <a:br/>
            <a:r>
              <a:t>▼</a:t>
            </a:r>
            <a:br/>
            <a:r>
              <a:t>REACT 19 SPA (Vite 8 • Axios JWT Interceptors • Web Speech STT/TTS • ScoreMeter)</a:t>
            </a:r>
            <a:br/>
            <a:r>
              <a:t>│</a:t>
            </a:r>
            <a:br/>
            <a:r>
              <a:t>▼  HTTPS REST API</a:t>
            </a:r>
            <a:br/>
            <a:r>
              <a:t>DJANGO 5 REST FRAMEWORK (SimpleJWT Auth • CORS • Object-Level Permission Guards)</a:t>
            </a:r>
            <a:br/>
            <a:r>
              <a:t>│</a:t>
            </a:r>
            <a:br/>
            <a:r>
              <a:t>├──&gt; MEDIA STORAGE (Local / S3) ──&gt; Document Parsers (PyMuPDF &amp; docx)</a:t>
            </a:r>
            <a:br/>
            <a:r>
              <a:t>├──&gt; AI ENGINE (prompt_service.py ──&gt; OpenRouter google/gemini-2.5-flash)</a:t>
            </a:r>
            <a:br/>
            <a:r>
              <a:t>└──&gt; RELATIONAL DATABASE (Users • Resumes • Sessions • Questions • Scores)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10728655" cy="1280160"/>
          </a:xfrm>
          <a:prstGeom prst="roundRect">
            <a:avLst/>
          </a:prstGeom>
          <a:solidFill>
            <a:srgbClr val="1921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SYSTEM ESSENCE IN ONE SENTENCE: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"A decoupled, voice-assisted full-stack platform that extracts resume intelligence, generates contextual mock interviews, and evaluates candidate responses in real time using generative AI and browser-native speech processing."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